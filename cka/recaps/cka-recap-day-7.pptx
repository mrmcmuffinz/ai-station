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6256E5-F60E-4F7A-9E89-5E583BE215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6C9029-120F-4162-87F1-9A3F06C97B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D2270F7-4775-49E4-A43A-37F1C8B380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2E1282F-B13E-4B2B-A3E5-8E1FA69EE6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9B3E95C-C5AE-4AB5-A4DD-9FFA22FCC5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AEA416F-DE98-4298-AA75-6A58EEAA2E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41CBC39-4C0D-4C38-AD7E-F391E326AB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7DF49FB-4AAA-494D-8AA2-14E5AB02FD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9A593FD-C3FA-421A-817D-C8C604580D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B669B2E-E497-47DB-B9C2-2D092E784A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00305DD-3BFB-4441-94F5-4B64177513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9B445F-B361-4C8D-AABA-63653398E8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867FED2-947A-4404-B75D-0230617B349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3F7BEA9-CC57-4EF2-B077-F88A22A8A2E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4D7C483-3BD4-4178-AB6C-3D2C2D1EB4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A0954FF-D9C8-4B26-B2FC-773A66298C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98D77D5-8A64-4985-A169-134DC672D4E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0A49A03-AF28-47BF-A3B3-BD84C51C89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10862F4-46D9-4A50-AC24-EB8C944612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A5B2B7D-1BBF-4E73-95C0-3DBF88654F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777B9B7-FDAF-493F-BA96-908F88E6B57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A5860FE-FDB8-436A-97F2-EA85B88433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9141480" cy="5220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1" name="Picture 2" descr="image.png"/>
          <p:cNvPicPr/>
          <p:nvPr/>
        </p:nvPicPr>
        <p:blipFill>
          <a:blip r:embed="rId1"/>
          <a:stretch/>
        </p:blipFill>
        <p:spPr>
          <a:xfrm>
            <a:off x="3200400" y="365760"/>
            <a:ext cx="2740680" cy="2740680"/>
          </a:xfrm>
          <a:prstGeom prst="rect">
            <a:avLst/>
          </a:prstGeom>
          <a:ln w="0">
            <a:noFill/>
          </a:ln>
        </p:spPr>
      </p:pic>
      <p:sp>
        <p:nvSpPr>
          <p:cNvPr id="52" name="TextBox 3"/>
          <p:cNvSpPr/>
          <p:nvPr/>
        </p:nvSpPr>
        <p:spPr>
          <a:xfrm>
            <a:off x="457200" y="3200400"/>
            <a:ext cx="822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0f4f8"/>
                </a:solidFill>
                <a:latin typeface="Calibri"/>
              </a:rPr>
              <a:t>CKA Daily Recap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3409560" y="3886200"/>
            <a:ext cx="23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4a9af5"/>
                </a:solidFill>
                <a:latin typeface="Calibri"/>
              </a:rPr>
              <a:t>Day 7</a:t>
            </a:r>
            <a:r>
              <a:rPr b="0" lang="en-US" sz="1400" spc="-1" strike="noStrike">
                <a:solidFill>
                  <a:srgbClr val="8b9db3"/>
                </a:solidFill>
                <a:latin typeface="Calibri"/>
              </a:rPr>
              <a:t>   |   April 15,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3945600" y="4663440"/>
            <a:ext cx="1251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Abe's CKA Journey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4" descr="image.png"/>
          <p:cNvPicPr/>
          <p:nvPr/>
        </p:nvPicPr>
        <p:blipFill>
          <a:blip r:embed="rId1"/>
          <a:stretch/>
        </p:blipFill>
        <p:spPr>
          <a:xfrm>
            <a:off x="7498080" y="457200"/>
            <a:ext cx="1643760" cy="1460520"/>
          </a:xfrm>
          <a:prstGeom prst="rect">
            <a:avLst/>
          </a:prstGeom>
          <a:ln w="0">
            <a:noFill/>
          </a:ln>
        </p:spPr>
      </p:pic>
      <p:sp>
        <p:nvSpPr>
          <p:cNvPr id="56" name="Rectangle 7"/>
          <p:cNvSpPr/>
          <p:nvPr/>
        </p:nvSpPr>
        <p:spPr>
          <a:xfrm>
            <a:off x="0" y="0"/>
            <a:ext cx="9141480" cy="5220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14"/>
          <p:cNvSpPr/>
          <p:nvPr/>
        </p:nvSpPr>
        <p:spPr>
          <a:xfrm>
            <a:off x="1029960" y="228600"/>
            <a:ext cx="864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a9af5"/>
                </a:solidFill>
                <a:latin typeface="Consolas"/>
              </a:rPr>
              <a:t>CKA STUDY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15"/>
          <p:cNvSpPr/>
          <p:nvPr/>
        </p:nvSpPr>
        <p:spPr>
          <a:xfrm>
            <a:off x="6050520" y="182880"/>
            <a:ext cx="1613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0f4f8"/>
                </a:solidFill>
                <a:latin typeface="Calibri"/>
              </a:rPr>
              <a:t>Day 7 </a:t>
            </a: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 |  April 15, 2026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16"/>
          <p:cNvSpPr/>
          <p:nvPr/>
        </p:nvSpPr>
        <p:spPr>
          <a:xfrm>
            <a:off x="548640" y="685800"/>
            <a:ext cx="77698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100" spc="-1" strike="noStrike">
                <a:solidFill>
                  <a:srgbClr val="f0f4f8"/>
                </a:solidFill>
                <a:latin typeface="Calibri"/>
              </a:rPr>
              <a:t>Kubernetes Security: Certificates and Authentication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Rectangle 8"/>
          <p:cNvSpPr/>
          <p:nvPr/>
        </p:nvSpPr>
        <p:spPr>
          <a:xfrm>
            <a:off x="548640" y="1201320"/>
            <a:ext cx="3197880" cy="1584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17"/>
          <p:cNvSpPr/>
          <p:nvPr/>
        </p:nvSpPr>
        <p:spPr>
          <a:xfrm>
            <a:off x="548640" y="1645920"/>
            <a:ext cx="7222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18"/>
          <p:cNvSpPr/>
          <p:nvPr/>
        </p:nvSpPr>
        <p:spPr>
          <a:xfrm>
            <a:off x="1875240" y="4709160"/>
            <a:ext cx="191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Box 19"/>
          <p:cNvSpPr/>
          <p:nvPr/>
        </p:nvSpPr>
        <p:spPr>
          <a:xfrm>
            <a:off x="476640" y="1429920"/>
            <a:ext cx="7559280" cy="29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What are the three main certificate types in a Kubernetes cluster and what do they secure?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Server certificates (API server, etcd, kubelet) prove component identity to clients.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Client certificates (admin users, kube-scheduler, kube-controller-manager, kube-proxy) authenticate clients to the API server.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CA certificates sign and validate all other certificates in the cluster.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How does the Certificates API automate certificate management?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Admins create CertificateSigningRequest objects containing base64-encoded CSRs. The controller-manager (with CA cert/key) reviews and approves/denies requests. Approved certificates are signed and returned in the CSR object's status field for retrieval via kubectl.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What three things does a kubeconfig file contain and why does it eliminate the need for certificate flags?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Clusters (server URLs and CA certs), users (client certs or tokens), and contexts (cluster-user pairs with optional namespace). The kubectl command reads this file automatically instead of requiring --server, --client-certificate, and --client-key flags on every command.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How do you verify certificate details in a running cluster?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Inspect static pod manifests in /etc/kubernetes/manifests/ for certificate paths. Use openssl x509 -in &lt;cert-file&gt; -text -noout to view subject, issuer, validity dates, and SANs. Check the API server's --client-ca-file to identify the cluster CA.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9141480" cy="5220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3180600" y="1371600"/>
            <a:ext cx="27824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0f4f8"/>
                </a:solidFill>
                <a:latin typeface="Calibri"/>
              </a:rPr>
              <a:t>That's Day 7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3342600" y="2194560"/>
            <a:ext cx="2456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8b9db3"/>
                </a:solidFill>
                <a:latin typeface="Calibri"/>
              </a:rPr>
              <a:t>See you in the next one.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 5"/>
          <p:cNvSpPr/>
          <p:nvPr/>
        </p:nvSpPr>
        <p:spPr>
          <a:xfrm>
            <a:off x="3200400" y="2880360"/>
            <a:ext cx="2740680" cy="1584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3738960" y="3154680"/>
            <a:ext cx="1665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4a9af5"/>
                </a:solidFill>
                <a:latin typeface="Consolas"/>
              </a:rPr>
              <a:t>mrmcmuffinz.dev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7"/>
          <p:cNvSpPr/>
          <p:nvPr/>
        </p:nvSpPr>
        <p:spPr>
          <a:xfrm>
            <a:off x="3612600" y="4663440"/>
            <a:ext cx="191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Picture 3" descr="image.png"/>
          <p:cNvPicPr/>
          <p:nvPr/>
        </p:nvPicPr>
        <p:blipFill>
          <a:blip r:embed="rId1"/>
          <a:stretch/>
        </p:blipFill>
        <p:spPr>
          <a:xfrm>
            <a:off x="0" y="3657600"/>
            <a:ext cx="1643760" cy="146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2026-04-15T23:25:31Z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