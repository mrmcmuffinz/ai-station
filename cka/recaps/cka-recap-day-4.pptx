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3B7E96-4917-4B33-9212-7D74A7D4F3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26F345-2E19-4CDC-BF45-D3E6FD2D7F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8867EA6-C6E5-4479-89CA-762AADAC39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ECF474D-7D7A-448C-A625-2DC1A87A9B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FF5CC19-651C-41C4-956B-3525E1AEC3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A19E11E-5689-4D46-946C-254970ED9F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76A99F2-F591-4AD1-B092-EB39A97D03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94476A6-2879-4EC8-B619-E0CB173CCD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190B13C-CE72-4676-88C3-46BF6B6371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6B9A5DF-E015-48EC-B03D-C6BE4B82FA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E1E8BEC-F7FB-43A2-BC69-7A3C15DE26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57FC52-B95A-4AB7-B730-F1090FD2CE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4B19781-293E-4D98-9A29-652197B81D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F32855-8F90-4712-8CBA-7226D00095A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3AC603-548E-48C6-AD31-67AB66BAC9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17047D8-5999-4FB6-A8C6-B088C5DCBA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F6D103C-067C-4665-B810-A6348D3124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2960EA-0DCA-413B-B555-17A59F3EDA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D223A92-45DE-4CEB-8F45-25524A3514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F663770-548C-4493-A95A-04F69361E6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05FEE6-9CA8-4073-9D12-98DC8B089A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D8A67C3-D9AE-4A46-820C-74BBC0E2F5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142200" cy="529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" name="Picture 2" descr="image.png"/>
          <p:cNvPicPr/>
          <p:nvPr/>
        </p:nvPicPr>
        <p:blipFill>
          <a:blip r:embed="rId1"/>
          <a:stretch/>
        </p:blipFill>
        <p:spPr>
          <a:xfrm>
            <a:off x="3200400" y="365760"/>
            <a:ext cx="2741400" cy="274140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457200" y="3200400"/>
            <a:ext cx="8227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0f4f8"/>
                </a:solidFill>
                <a:latin typeface="Calibri"/>
              </a:rPr>
              <a:t>CKA Daily Recap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3459960" y="3886200"/>
            <a:ext cx="2221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4a9af5"/>
                </a:solidFill>
                <a:latin typeface="Calibri"/>
              </a:rPr>
              <a:t>Day 4</a:t>
            </a:r>
            <a:r>
              <a:rPr b="0" lang="en-US" sz="1400" spc="-1" strike="noStrike">
                <a:solidFill>
                  <a:srgbClr val="8b9db3"/>
                </a:solidFill>
                <a:latin typeface="Calibri"/>
              </a:rPr>
              <a:t>   |   April 9,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3945600" y="4663440"/>
            <a:ext cx="1251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Abe's CKA Journey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4" descr="image.png"/>
          <p:cNvPicPr/>
          <p:nvPr/>
        </p:nvPicPr>
        <p:blipFill>
          <a:blip r:embed="rId1"/>
          <a:stretch/>
        </p:blipFill>
        <p:spPr>
          <a:xfrm>
            <a:off x="7498080" y="457200"/>
            <a:ext cx="1644480" cy="1461240"/>
          </a:xfrm>
          <a:prstGeom prst="rect">
            <a:avLst/>
          </a:prstGeom>
          <a:ln w="0">
            <a:noFill/>
          </a:ln>
        </p:spPr>
      </p:pic>
      <p:sp>
        <p:nvSpPr>
          <p:cNvPr id="56" name="Rectangle 7"/>
          <p:cNvSpPr/>
          <p:nvPr/>
        </p:nvSpPr>
        <p:spPr>
          <a:xfrm>
            <a:off x="0" y="0"/>
            <a:ext cx="9142200" cy="529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1029960" y="228600"/>
            <a:ext cx="864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a9af5"/>
                </a:solidFill>
                <a:latin typeface="Consolas"/>
              </a:rPr>
              <a:t>CKA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6089400" y="182880"/>
            <a:ext cx="1536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0f4f8"/>
                </a:solidFill>
                <a:latin typeface="Calibri"/>
              </a:rPr>
              <a:t>Day 4</a:t>
            </a: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  |  April 9, 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548640" y="685800"/>
            <a:ext cx="77706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100" spc="-1" strike="noStrike">
                <a:solidFill>
                  <a:srgbClr val="f0f4f8"/>
                </a:solidFill>
                <a:latin typeface="Calibri"/>
              </a:rPr>
              <a:t>Scheduling Continued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548640" y="1201320"/>
            <a:ext cx="3198600" cy="1656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17"/>
          <p:cNvSpPr/>
          <p:nvPr/>
        </p:nvSpPr>
        <p:spPr>
          <a:xfrm>
            <a:off x="548640" y="1645920"/>
            <a:ext cx="72230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18"/>
          <p:cNvSpPr/>
          <p:nvPr/>
        </p:nvSpPr>
        <p:spPr>
          <a:xfrm>
            <a:off x="1875240" y="470916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19"/>
          <p:cNvSpPr/>
          <p:nvPr/>
        </p:nvSpPr>
        <p:spPr>
          <a:xfrm>
            <a:off x="476640" y="1465920"/>
            <a:ext cx="7560000" cy="24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happens when a pod exceeds its memory vs CPU limit?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Memory: OOMKilled and restarted. CPU: throttled, not killed.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is the difference between a resource request and a limit?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Requests drive scheduling decisions. Limits cap runtime consumption.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does a DaemonSet guarantee?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One pod instance on every node. New nodes get the pod automatically.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How does a DaemonSet differ from a Deployment in scheduling?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It bypasses kube-scheduler and places pods directly via the DaemonSet controller.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manages a static pod, and how do you permanently delete one?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The kubelet manages it from a local manifest file. To delete it permanently, remove the manifest file -- kubectl delete pod just causes a recreate.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Why are control plane components run as static pods?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The kubelet can start them before the API server exists, enabling bootstrapping.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9142200" cy="529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3180960" y="1371600"/>
            <a:ext cx="27810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f4f8"/>
                </a:solidFill>
                <a:latin typeface="Calibri"/>
              </a:rPr>
              <a:t>That's Day 4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3342600" y="2194560"/>
            <a:ext cx="2456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8b9db3"/>
                </a:solidFill>
                <a:latin typeface="Calibri"/>
              </a:rPr>
              <a:t>See you in the next one.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3200400" y="2880360"/>
            <a:ext cx="2741400" cy="1656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3738960" y="3154680"/>
            <a:ext cx="1666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4a9af5"/>
                </a:solidFill>
                <a:latin typeface="Consolas"/>
              </a:rPr>
              <a:t>mrmcmuffinz.dev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3612600" y="466344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Picture 3" descr="image.png"/>
          <p:cNvPicPr/>
          <p:nvPr/>
        </p:nvPicPr>
        <p:blipFill>
          <a:blip r:embed="rId1"/>
          <a:stretch/>
        </p:blipFill>
        <p:spPr>
          <a:xfrm>
            <a:off x="0" y="3657600"/>
            <a:ext cx="1644480" cy="146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2026-04-10T00:58:08Z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