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719549-DAC5-452E-B78F-7005DBAFFE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7CB187C-535D-4B26-A31B-3151E60B01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14312AF-9153-4029-81BC-157FBCEB06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B2702C1-B453-4872-A6ED-0ECEF46F08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8AEA288-89FC-4E86-B82C-766DA09067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7CD2FC9-6D5B-4B94-A7E1-1104A030D3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E56D358-7310-4BCE-B42D-AEF281C42E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9B3F3B0-59E8-4DC6-BDC6-2FBE80CD9A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5F24B5E-13A4-4764-861A-35B42366B3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BF04737-E39E-4DD4-A1F4-65B89FE7AC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146ABB9-21C3-4C42-93DE-A9CCB25E6E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F1F63E-BE21-442C-B2C6-C336321A02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B7EFE3-41FE-47D2-8BB0-C1F66BEC9C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098C9A-B404-493A-B506-1523D74D60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404270-68C7-4BA9-9B90-8ACA150D64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ED911D-601B-4D81-9B36-FE1C731191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E62663-4AB8-4BCA-AC7C-5684EACF70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246179-7CF2-42CC-B093-B86A6244E4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98DC9D-8030-4D49-A583-4A30476D6F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724E03-DFB7-4950-91C4-E1562E0535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631845-A93A-4882-9F14-802D23BC32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8B871D-9509-4315-8ED9-3A7DA4005B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2920" cy="53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42120" cy="274212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8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459960" y="3886200"/>
            <a:ext cx="222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2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7,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1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5200" cy="146196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2"/>
          <p:cNvSpPr/>
          <p:nvPr/>
        </p:nvSpPr>
        <p:spPr>
          <a:xfrm>
            <a:off x="0" y="0"/>
            <a:ext cx="9142920" cy="53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1029960" y="228600"/>
            <a:ext cx="864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6089400" y="182880"/>
            <a:ext cx="1536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2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 |  April 7,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548640" y="685800"/>
            <a:ext cx="777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0f4f8"/>
                </a:solidFill>
                <a:latin typeface="Calibri"/>
              </a:rPr>
              <a:t>Core Concepts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6"/>
          <p:cNvSpPr/>
          <p:nvPr/>
        </p:nvSpPr>
        <p:spPr>
          <a:xfrm>
            <a:off x="548640" y="1417320"/>
            <a:ext cx="3199320" cy="172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7"/>
          <p:cNvSpPr/>
          <p:nvPr/>
        </p:nvSpPr>
        <p:spPr>
          <a:xfrm>
            <a:off x="548640" y="1645920"/>
            <a:ext cx="7223760" cy="31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a container?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Lightweight, isolated process that packages an application with everything it needs to run.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a pod?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The smallest deployable unit in Kubernetes. Ephemeral by nature, wrapping one or more containers that share the same network namespace, ip address and storage.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a ReplicaSet?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A controller that watches the cluster and ensures a specified number of Pod replicas are always in the desired state.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a deployment?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The standard way to run stateless workloads in Kubernetes.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Manages a ReplicaSet, which manages Pods, adds rolling updates and rollback.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Key commands to familiarize yourself with?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Kubectl run &lt;name&gt; --image &lt;img&gt;...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kubectl create/apply/replace &lt;object&gt;...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kubectl get &lt;object&gt; -o &lt;format&gt;...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kubectl scale &lt;type&gt; &lt;name&gt; --replicas &lt;num&gt;...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1875240" y="4709160"/>
            <a:ext cx="1917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142920" cy="53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3180960" y="1371600"/>
            <a:ext cx="27810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2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3342600" y="2194560"/>
            <a:ext cx="2457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3200400" y="2880360"/>
            <a:ext cx="2742120" cy="172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3738960" y="3154680"/>
            <a:ext cx="1667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3612600" y="4663440"/>
            <a:ext cx="1917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5200" cy="14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2026-04-07T22:16:51Z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